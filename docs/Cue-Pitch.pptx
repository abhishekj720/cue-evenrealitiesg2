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0" b="1">
                <a:solidFill>
                  <a:srgbClr val="FFFFFF"/>
                </a:solidFill>
                <a:latin typeface="Helvetica"/>
              </a:rPr>
              <a:t>CUE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200" b="0">
                <a:solidFill>
                  <a:srgbClr val="00B86F"/>
                </a:solidFill>
                <a:latin typeface="Helvetica"/>
              </a:rPr>
              <a:t>Ambient social memory for the Even G2.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elvetica"/>
              </a:rPr>
              <a:t>Even Realities Builders' Day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5600" b="1">
                <a:solidFill>
                  <a:srgbClr val="0E0E0E"/>
                </a:solidFill>
                <a:latin typeface="Helvetica"/>
              </a:rPr>
              <a:t>"I met 40 people today.
I remember maybe 6 names."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400" b="0">
                <a:solidFill>
                  <a:srgbClr val="6B7280"/>
                </a:solidFill>
                <a:latin typeface="Helvetica"/>
              </a:rPr>
              <a:t>That's not a me problem — it's an interface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THE 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800" b="1">
                <a:solidFill>
                  <a:srgbClr val="0E0E0E"/>
                </a:solidFill>
                <a:latin typeface="Helvetica"/>
              </a:rPr>
              <a:t>Meta Ray-Bans remember faces.
Cue remembers people.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5029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6B7280"/>
                </a:solidFill>
                <a:latin typeface="Helvetica"/>
              </a:rPr>
              <a:t>Face-based (cameras)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Needs a camera on your face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Banned from bars, hospitals, therapy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Records strangers without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0B86F"/>
                </a:solidFill>
                <a:latin typeface="Helvetica"/>
              </a:rPr>
              <a:t>Voice-based (Cue)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4903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Cameraless by physics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Works everywhere cameras can't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Only remembers people you enrolled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[ Walk up. Speak. Card appears.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000" b="0">
                <a:solidFill>
                  <a:srgbClr val="00B86F"/>
                </a:solidFill>
                <a:latin typeface="Helvetica"/>
              </a:rPr>
              <a:t>Abhishek says one sentence.
Cue recognizes his voice. The HUD says: "Ask about G2 BLE quirks."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WHAT LANDS ON THE HUD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Helvetica"/>
              </a:rPr>
              <a:t>One glanceable card. 576 x 288 px. Green on black.</a:t>
            </a:r>
          </a:p>
        </p:txBody>
      </p:sp>
      <p:pic>
        <p:nvPicPr>
          <p:cNvPr id="4" name="Picture 3" descr="03_match_abhishek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5120640" cy="2560320"/>
          </a:xfrm>
          <a:prstGeom prst="rect">
            <a:avLst/>
          </a:prstGeom>
        </p:spPr>
      </p:pic>
      <p:pic>
        <p:nvPicPr>
          <p:cNvPr id="5" name="Picture 4" descr="05_match_priya@2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828800"/>
            <a:ext cx="5120640" cy="2560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elvetica"/>
              </a:rPr>
              <a:t>Name  ·  what they do  ·  last thing promised  ·  what to say next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END-TO-END HUD STATES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Helvetica"/>
              </a:rPr>
              <a:t>Idle → match → another match → focus mode.</a:t>
            </a:r>
          </a:p>
        </p:txBody>
      </p:sp>
      <p:pic>
        <p:nvPicPr>
          <p:cNvPr id="4" name="Picture 3" descr="01_idle@2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21208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977639"/>
            <a:ext cx="52120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Idle</a:t>
            </a:r>
          </a:p>
        </p:txBody>
      </p:sp>
      <p:pic>
        <p:nvPicPr>
          <p:cNvPr id="6" name="Picture 5" descr="03_match_abhishek@2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5920"/>
            <a:ext cx="5212080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3977639"/>
            <a:ext cx="52120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Match: Abhishek</a:t>
            </a:r>
          </a:p>
        </p:txBody>
      </p:sp>
      <p:pic>
        <p:nvPicPr>
          <p:cNvPr id="8" name="Picture 7" descr="04_match_tim@2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06240"/>
            <a:ext cx="521208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537959"/>
            <a:ext cx="52120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Match: Tim</a:t>
            </a:r>
          </a:p>
        </p:txBody>
      </p:sp>
      <p:pic>
        <p:nvPicPr>
          <p:cNvPr id="10" name="Picture 9" descr="06_focus@2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206240"/>
            <a:ext cx="5212080" cy="2606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6537959"/>
            <a:ext cx="52120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Focus mode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TWO WAYS TO RECALL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800" b="1">
                <a:solidFill>
                  <a:srgbClr val="0E0E0E"/>
                </a:solidFill>
                <a:latin typeface="Helvetica"/>
              </a:rPr>
              <a:t>Not just a notification. A memory surface.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53035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6B7280"/>
                </a:solidFill>
                <a:latin typeface="Helvetica"/>
              </a:rPr>
              <a:t>Push  —  voice triggers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0E0E0E"/>
                </a:solidFill>
                <a:latin typeface="Helvetica"/>
              </a:rPr>
              <a:t>—  Someone speaks near you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0E0E0E"/>
                </a:solidFill>
                <a:latin typeface="Helvetica"/>
              </a:rPr>
              <a:t>—  Cue matches their voiceprint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0E0E0E"/>
                </a:solidFill>
                <a:latin typeface="Helvetica"/>
              </a:rPr>
              <a:t>—  Card fades onto your HUD in ≤1.5s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0E0E0E"/>
                </a:solidFill>
                <a:latin typeface="Helvetica"/>
              </a:rPr>
              <a:t>—  You read, react, converse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30352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800" b="1">
                <a:solidFill>
                  <a:srgbClr val="00B86F"/>
                </a:solidFill>
                <a:latin typeface="Helvetica"/>
              </a:rPr>
              <a:t>Pull  —  you ask for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3774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0E0E0E"/>
                </a:solidFill>
                <a:latin typeface="Helvetica"/>
              </a:rPr>
              <a:t>—  Triple-tap your right temple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0E0E0E"/>
                </a:solidFill>
                <a:latin typeface="Helvetica"/>
              </a:rPr>
              <a:t>—  Most-recent person fills the HUD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0E0E0E"/>
                </a:solidFill>
                <a:latin typeface="Helvetica"/>
              </a:rPr>
              <a:t>—  Cycle to older contacts with more taps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0E0E0E"/>
                </a:solidFill>
                <a:latin typeface="Helvetica"/>
              </a:rPr>
              <a:t>—  Before you walk into the next meeting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Helvetica"/>
              </a:rPr>
              <a:t>A memory you trust. Not a notification you react 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HOW IT WORKS</a:t>
            </a:r>
          </a:p>
        </p:txBody>
      </p:sp>
      <p:pic>
        <p:nvPicPr>
          <p:cNvPr id="3" name="Picture 2" descr="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9206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WHAT THE OPERATOR SEES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000" b="0">
                <a:solidFill>
                  <a:srgbClr val="EEEEEE"/>
                </a:solidFill>
                <a:latin typeface="Helvetica"/>
              </a:rPr>
              <a:t>Terminal A — live recognition log on stage</a:t>
            </a:r>
          </a:p>
        </p:txBody>
      </p:sp>
      <p:pic>
        <p:nvPicPr>
          <p:cNvPr id="4" name="Picture 3" descr="07_termin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737360"/>
            <a:ext cx="8869680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PRIVACY,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400" b="1">
                <a:solidFill>
                  <a:srgbClr val="0E0E0E"/>
                </a:solidFill>
                <a:latin typeface="Helvetica"/>
              </a:rPr>
              <a:t>Cue only remembers people
you chose to remember.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Explicit enrollment — no row is written without a temple tap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Local-first — ~/.cue/people.db lives on your phone. One-tap delete.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Cameraless by physics — the G2 has no lens. No face database exists.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No network on the critical path. Claude used only for optional summaries.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WHY THIS RESONATES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400" b="1">
                <a:solidFill>
                  <a:srgbClr val="0E0E0E"/>
                </a:solidFill>
                <a:latin typeface="Helvetica"/>
              </a:rPr>
              <a:t>Cue is the room.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6032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Everyone here forgot someone's name this week.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You walked into 40 intros today. You'll forget 34.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Meta tried cameras — they get you thrown out of the room.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G2 stays in. Cue is Quiet Tech rendered as product.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600" b="1">
                <a:solidFill>
                  <a:srgbClr val="0E0E0E"/>
                </a:solidFill>
                <a:latin typeface="Helvetica"/>
              </a:rPr>
              <a:t>From hackathon to daily wear.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Speaker diarization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Match multiple voices in group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conversations, not just 1:1.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47472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Proactive recall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"You promised Priya a beta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invite 21 days ago." — surfaced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when her voice is detected.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93776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Calendar hydration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Pull last meeting notes for the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matched person from your 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01168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Two-way consent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Two G2 wearers enroll each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other in one tap. Standardized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consent handshake.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47472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CRM sync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One-way export to HubSpot or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Notion for sales workflows.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4937760"/>
            <a:ext cx="539496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B8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800" b="1">
                <a:solidFill>
                  <a:srgbClr val="0E0E0E"/>
                </a:solidFill>
                <a:latin typeface="Helvetica"/>
              </a:rPr>
              <a:t>On-device Claude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Brief generation runs on the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phone via on-device models —</a:t>
            </a:r>
          </a:p>
          <a:p>
            <a:r>
              <a:rPr sz="1300">
                <a:solidFill>
                  <a:srgbClr val="6B7280"/>
                </a:solidFill>
                <a:latin typeface="Helvetica"/>
              </a:rPr>
              <a:t>zero cloud on the critical path.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Helvetica"/>
              </a:rPr>
              <a:t>Faces are data.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5600" b="1">
                <a:solidFill>
                  <a:srgbClr val="00B86F"/>
                </a:solidFill>
                <a:latin typeface="Helvetica"/>
              </a:rPr>
              <a:t>People are memory.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200" b="0">
                <a:solidFill>
                  <a:srgbClr val="DDDDDD"/>
                </a:solidFill>
                <a:latin typeface="Helvetica"/>
              </a:rPr>
              <a:t>G2 is the first wearable quiet enough
to hold the second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Thank you.  ·  github.com/abhishekj720/Cue-evenRealitiesG2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