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Helvetica"/>
              </a:rPr>
              <a:t>CUE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0">
                <a:solidFill>
                  <a:srgbClr val="00B86F"/>
                </a:solidFill>
                <a:latin typeface="Helvetica"/>
              </a:rPr>
              <a:t>Ambient social memory for the Even G2.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Helvetica"/>
              </a:rPr>
              <a:t>Even Realities Builders' Day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600" b="1">
                <a:solidFill>
                  <a:srgbClr val="0E0E0E"/>
                </a:solidFill>
                <a:latin typeface="Helvetica"/>
              </a:rPr>
              <a:t>"I met 40 people today.
I remember maybe 6 names."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0">
                <a:solidFill>
                  <a:srgbClr val="6B7280"/>
                </a:solidFill>
                <a:latin typeface="Helvetica"/>
              </a:rPr>
              <a:t>That's not a me problem — it's an interface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0E0E0E"/>
                </a:solidFill>
                <a:latin typeface="Helvetica"/>
              </a:rPr>
              <a:t>Meta Ray-Bans remember faces.
Cue remembers people.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6B7280"/>
                </a:solidFill>
                <a:latin typeface="Helvetica"/>
              </a:rPr>
              <a:t>Face-based (cameras)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Needs a camera on your face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Blocked from bars, hospitals, therapy offices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Records strangers without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0B86F"/>
                </a:solidFill>
                <a:latin typeface="Helvetica"/>
              </a:rPr>
              <a:t>Voice-based (Cue)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490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Cameraless by physics — G2 has no lens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Works everywhere cameras can't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Only remembers people you chose to remember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Helvetica"/>
              </a:rPr>
              <a:t>[ Walk up. Speak. Card appears.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b="0">
                <a:solidFill>
                  <a:srgbClr val="00B86F"/>
                </a:solidFill>
                <a:latin typeface="Helvetica"/>
              </a:rPr>
              <a:t>Abhishek says one sentence.
Cue recognizes his voice. The HUD says: "Ask about G2 BLE quirks."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WHAT LANDS ON THE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Helvetica"/>
              </a:rPr>
              <a:t>One glanceable card. 576 x 288 px. Green on black.</a:t>
            </a:r>
          </a:p>
        </p:txBody>
      </p:sp>
      <p:pic>
        <p:nvPicPr>
          <p:cNvPr id="4" name="Picture 3" descr="03_match_abhishek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120640" cy="2560320"/>
          </a:xfrm>
          <a:prstGeom prst="rect">
            <a:avLst/>
          </a:prstGeom>
        </p:spPr>
      </p:pic>
      <p:pic>
        <p:nvPicPr>
          <p:cNvPr id="5" name="Picture 4" descr="05_match_priya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12064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Helvetica"/>
              </a:rPr>
              <a:t>Name  ·  what they do  ·  last thing promised  ·  what to say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END-TO-END HUD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Helvetica"/>
              </a:rPr>
              <a:t>Idle → match → another match → focus mode.</a:t>
            </a:r>
          </a:p>
        </p:txBody>
      </p:sp>
      <p:pic>
        <p:nvPicPr>
          <p:cNvPr id="4" name="Picture 3" descr="01_idle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21208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77639"/>
            <a:ext cx="5212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elvetica"/>
              </a:rPr>
              <a:t>Idle</a:t>
            </a:r>
          </a:p>
        </p:txBody>
      </p:sp>
      <p:pic>
        <p:nvPicPr>
          <p:cNvPr id="6" name="Picture 5" descr="03_match_abhishek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212080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977639"/>
            <a:ext cx="5212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elvetica"/>
              </a:rPr>
              <a:t>Match: Abhishek</a:t>
            </a:r>
          </a:p>
        </p:txBody>
      </p:sp>
      <p:pic>
        <p:nvPicPr>
          <p:cNvPr id="8" name="Picture 7" descr="04_match_tim@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521208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37959"/>
            <a:ext cx="5212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elvetica"/>
              </a:rPr>
              <a:t>Match: Tim</a:t>
            </a:r>
          </a:p>
        </p:txBody>
      </p:sp>
      <p:pic>
        <p:nvPicPr>
          <p:cNvPr id="10" name="Picture 9" descr="06_focus@2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206240"/>
            <a:ext cx="521208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6537959"/>
            <a:ext cx="5212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elvetica"/>
              </a:rPr>
              <a:t>Focus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HOW IT WORKS</a:t>
            </a:r>
          </a:p>
        </p:txBody>
      </p:sp>
      <p:pic>
        <p:nvPicPr>
          <p:cNvPr id="3" name="Picture 2" descr="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920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WHAT THE OPERATOR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EEEEEE"/>
                </a:solidFill>
                <a:latin typeface="Helvetica"/>
              </a:rPr>
              <a:t>Terminal A — live recognition log on stage</a:t>
            </a:r>
          </a:p>
        </p:txBody>
      </p:sp>
      <p:pic>
        <p:nvPicPr>
          <p:cNvPr id="4" name="Picture 3" descr="07_terminal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737360"/>
            <a:ext cx="886968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PRIVACY,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0E0E0E"/>
                </a:solidFill>
                <a:latin typeface="Helvetica"/>
              </a:rPr>
              <a:t>Cue only remembers people
you chose to remember.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Explicit enrollment — no row is written without a temple tap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Local-first — ~/.cue/people.db lives on your phone. One-tap delete.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Cameraless by physics — the G2 has no lens. No face database exists.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No network on the critical path. Claude used only for optional summaries.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B86F"/>
                </a:solidFill>
                <a:latin typeface="Helvetica"/>
              </a:rPr>
              <a:t>WHY PEOPLE'S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0E0E0E"/>
                </a:solidFill>
                <a:latin typeface="Helvetica"/>
              </a:rPr>
              <a:t>Cue is the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Every judge forgot someone's name this week. Felt the micro-panic.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Every audience member is re-living it as pre-seeded teammates walk up.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Tagline repeats itself: "Meta Ray-Bans remember faces. Cue remembers people."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E0E0E"/>
                </a:solidFill>
                <a:latin typeface="Helvetica"/>
              </a:rPr>
              <a:t>—  "Quiet Tech" rendered as product. Best Brand Fit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Helvetica"/>
              </a:rPr>
              <a:t>Faces are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5600" b="1">
                <a:solidFill>
                  <a:srgbClr val="00B86F"/>
                </a:solidFill>
                <a:latin typeface="Helvetica"/>
              </a:rPr>
              <a:t>People are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0">
                <a:solidFill>
                  <a:srgbClr val="DDDDDD"/>
                </a:solidFill>
                <a:latin typeface="Helvetica"/>
              </a:rPr>
              <a:t>G2 is the first wearable quiet enough
to hold the second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elvetica"/>
              </a:rPr>
              <a:t>Thank you.  ·  github.com/abhishekj720/Cue-evenRealitiesG2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