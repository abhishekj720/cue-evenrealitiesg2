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28600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0" b="1">
                <a:solidFill>
                  <a:srgbClr val="FFFFFF"/>
                </a:solidFill>
                <a:latin typeface="Helvetica"/>
              </a:rPr>
              <a:t>CUE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84048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3200" b="0">
                <a:solidFill>
                  <a:srgbClr val="00B86F"/>
                </a:solidFill>
                <a:latin typeface="Helvetica"/>
              </a:rPr>
              <a:t>Ambient social memory for the Even G2.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Helvetica"/>
              </a:rPr>
              <a:t>Even Realities Builders' Day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THE 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5600" b="1">
                <a:solidFill>
                  <a:srgbClr val="0E0E0E"/>
                </a:solidFill>
                <a:latin typeface="Helvetica"/>
              </a:rPr>
              <a:t>"I met 40 people today.
I remember maybe 6 names."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84632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400" b="0">
                <a:solidFill>
                  <a:srgbClr val="6B7280"/>
                </a:solidFill>
                <a:latin typeface="Helvetica"/>
              </a:rPr>
              <a:t>That's not a me problem — it's an interface problem.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THE WEDGE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800" b="1">
                <a:solidFill>
                  <a:srgbClr val="0E0E0E"/>
                </a:solidFill>
                <a:latin typeface="Helvetica"/>
              </a:rPr>
              <a:t>Meta Ray-Bans remember faces.
Cue remembers people.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6B7280"/>
                </a:solidFill>
                <a:latin typeface="Helvetica"/>
              </a:rPr>
              <a:t>Face-based (cameras)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Needs a camera on your face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Blocked from bars, hospitals, therapy offices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Records strangers without consent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1">
                <a:solidFill>
                  <a:srgbClr val="00B86F"/>
                </a:solidFill>
                <a:latin typeface="Helvetica"/>
              </a:rPr>
              <a:t>Voice-based (Cue)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3749039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Cameraless by physics — G2 has no lens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Works everywhere cameras can't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Only remembers people you chose to remember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LIVE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46888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4400" b="1">
                <a:solidFill>
                  <a:srgbClr val="FFFFFF"/>
                </a:solidFill>
                <a:latin typeface="Helvetica"/>
              </a:rPr>
              <a:t>[ Walk up. Speak. Card appears. 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72800" cy="5486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000" b="0">
                <a:solidFill>
                  <a:srgbClr val="00B86F"/>
                </a:solidFill>
                <a:latin typeface="Helvetica"/>
              </a:rPr>
              <a:t>Abhishek says one sentence.
Cue recognizes his voice. The HUD says: "Ask about G2 BLE quirks."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WHAT LANDS ON THE HUD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000" b="0">
                <a:solidFill>
                  <a:srgbClr val="6B7280"/>
                </a:solidFill>
                <a:latin typeface="Helvetica"/>
              </a:rPr>
              <a:t>One glanceable card. 576 x 288 pixels. Green on black.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2103120"/>
            <a:ext cx="5303520" cy="3200400"/>
          </a:xfrm>
          <a:prstGeom prst="rect">
            <a:avLst/>
          </a:prstGeom>
          <a:solidFill>
            <a:srgbClr val="000000"/>
          </a:solidFill>
          <a:ln w="19050">
            <a:solidFill>
              <a:srgbClr val="00E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/>
            <a:r>
              <a:rPr sz="1800" b="1">
                <a:solidFill>
                  <a:srgbClr val="00E83E"/>
                </a:solidFill>
                <a:latin typeface="Menlo"/>
              </a:rPr>
              <a:t>Abhishek Jaiswal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----------------------------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Infra eng, Cue co-builder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Pairing on demo-seed script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Ask how the script pairing w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/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seen 8 min ago</a:t>
            </a:r>
          </a:p>
        </p:txBody>
      </p:sp>
      <p:sp>
        <p:nvSpPr>
          <p:cNvPr id="5" name="Rectangle 4"/>
          <p:cNvSpPr/>
          <p:nvPr/>
        </p:nvSpPr>
        <p:spPr>
          <a:xfrm>
            <a:off x="6263640" y="2103120"/>
            <a:ext cx="5303520" cy="3200400"/>
          </a:xfrm>
          <a:prstGeom prst="rect">
            <a:avLst/>
          </a:prstGeom>
          <a:solidFill>
            <a:srgbClr val="000000"/>
          </a:solidFill>
          <a:ln w="19050">
            <a:solidFill>
              <a:srgbClr val="00E8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/>
            <a:r>
              <a:rPr sz="1800" b="1">
                <a:solidFill>
                  <a:srgbClr val="00E83E"/>
                </a:solidFill>
                <a:latin typeface="Menlo"/>
              </a:rPr>
              <a:t>Priya Subramanian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----------------------------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PM design @ Acme, Q3 lead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Owes you beta invite link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Ask about onboarding friction</a:t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/>
            </a:r>
          </a:p>
          <a:p>
            <a:pPr algn="l"/>
            <a:r>
              <a:rPr sz="1400">
                <a:solidFill>
                  <a:srgbClr val="00E83E"/>
                </a:solidFill>
                <a:latin typeface="Menlo"/>
              </a:rPr>
              <a:t>seen 40 min ago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600" b="0">
                <a:solidFill>
                  <a:srgbClr val="6B7280"/>
                </a:solidFill>
                <a:latin typeface="Helvetica"/>
              </a:rPr>
              <a:t>Name  ·  what they do  ·  last thing promised  ·  what to say next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05840"/>
            <a:ext cx="109728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2400" b="1">
                <a:solidFill>
                  <a:srgbClr val="0E0E0E"/>
                </a:solidFill>
                <a:latin typeface="Helvetica"/>
              </a:rPr>
              <a:t>Local-first. Cameraless. Built in a day.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37744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Phone mic     →  VAD segments speech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Segment       →  Resemblyzer 256-d voiceprint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Voiceprint    →  cosine match against SQLite (local, ~/.cue/people.db)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Match         →  Claude Haiku writes a 3-line brief</a:t>
            </a:r>
          </a:p>
          <a:p>
            <a:pPr algn="l">
              <a:spcAft>
                <a:spcPts val="800"/>
              </a:spcAft>
            </a:pPr>
            <a:r>
              <a:rPr sz="2200">
                <a:solidFill>
                  <a:srgbClr val="0E0E0E"/>
                </a:solidFill>
                <a:latin typeface="Helvetica"/>
              </a:rPr>
              <a:t>—  Brief         →  HUD card via Even Hub SDK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76072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600" b="0">
                <a:solidFill>
                  <a:srgbClr val="6B7280"/>
                </a:solidFill>
                <a:latin typeface="Helvetica"/>
              </a:rPr>
              <a:t>No cloud sync. No camera. No face database. ≤1.5s median latency.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PRIVACY, BY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12801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0E0E0E"/>
                </a:solidFill>
                <a:latin typeface="Helvetica"/>
              </a:rPr>
              <a:t>Cue only remembers people
you chose to remember.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931920"/>
            <a:ext cx="109728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Explicit enrollment — no row is written without a temple tap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Local-first — ~/.cue/people.db lives on your phone. One-tap delete.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Cameraless by physics — the G2 has no lens. No face database exists.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No network on the critical path. Claude used only for optional summaries.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A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1">
                <a:solidFill>
                  <a:srgbClr val="00B86F"/>
                </a:solidFill>
                <a:latin typeface="Helvetica"/>
              </a:rPr>
              <a:t>WHY PEOPLE'S CHOICE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097280"/>
            <a:ext cx="10972800" cy="914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4400" b="1">
                <a:solidFill>
                  <a:srgbClr val="0E0E0E"/>
                </a:solidFill>
                <a:latin typeface="Helvetica"/>
              </a:rPr>
              <a:t>Cue is the room.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560320"/>
            <a:ext cx="109728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Every judge forgot someone's name this week. Felt the micro-panic.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Every audience member is re-living it as pre-seeded teammates walk up.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Tagline repeats itself: "Meta Ray-Bans remember faces. Cue remembers people."</a:t>
            </a:r>
          </a:p>
          <a:p>
            <a:pPr algn="l">
              <a:spcAft>
                <a:spcPts val="800"/>
              </a:spcAft>
            </a:pPr>
            <a:r>
              <a:rPr sz="2000">
                <a:solidFill>
                  <a:srgbClr val="0E0E0E"/>
                </a:solidFill>
                <a:latin typeface="Helvetica"/>
              </a:rPr>
              <a:t>—  "Quiet Tech" rendered as product. Best Brand Fit fallback.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8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37160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5600" b="1">
                <a:solidFill>
                  <a:srgbClr val="FFFFFF"/>
                </a:solidFill>
                <a:latin typeface="Helvetica"/>
              </a:rPr>
              <a:t>Faces are data.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560320"/>
            <a:ext cx="10972800" cy="10972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5600" b="1">
                <a:solidFill>
                  <a:srgbClr val="00B86F"/>
                </a:solidFill>
                <a:latin typeface="Helvetica"/>
              </a:rPr>
              <a:t>People are memory.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206240"/>
            <a:ext cx="109728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2200" b="0">
                <a:solidFill>
                  <a:srgbClr val="DDDDDD"/>
                </a:solidFill>
                <a:latin typeface="Helvetica"/>
              </a:rPr>
              <a:t>G2 is the first wearable quiet enough
to hold the second one.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035040"/>
            <a:ext cx="10972800" cy="3657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400" b="0">
                <a:solidFill>
                  <a:srgbClr val="6B7280"/>
                </a:solidFill>
                <a:latin typeface="Helvetica"/>
              </a:rPr>
              <a:t>Thank you.  ·  github.com/abhishekj720/Cue-evenRealitiesG2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